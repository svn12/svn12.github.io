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4058" r:id="rId1"/>
    <p:sldMasterId id="2147494156" r:id="rId2"/>
  </p:sldMasterIdLst>
  <p:notesMasterIdLst>
    <p:notesMasterId r:id="rId24"/>
  </p:notesMasterIdLst>
  <p:sldIdLst>
    <p:sldId id="33698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7228"/>
    <a:srgbClr val="4D131E"/>
    <a:srgbClr val="492F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116" autoAdjust="0"/>
    <p:restoredTop sz="87895" autoAdjust="0"/>
  </p:normalViewPr>
  <p:slideViewPr>
    <p:cSldViewPr snapToGrid="0">
      <p:cViewPr varScale="1">
        <p:scale>
          <a:sx n="128" d="100"/>
          <a:sy n="128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5B77-9641-4B29-B05B-B20FF7E4E2CC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624D08-9CB6-47E0-B9F8-83BDBD761D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9654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CAE1D-B726-C6F8-789D-1EA53A1CC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7F80F-8CFE-836D-A104-1E73C990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6B6D8-61FC-692E-98BF-267A1148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32979-3DF2-4718-84B9-C74D03F294B6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5BCA4-6DEF-17A8-E211-F9FE77BCE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55C6-5234-C274-289E-FE02F2C2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3E455-FE49-4F47-8A71-F29F3A9D0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6941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03D7CB-DCF4-E9D8-A79C-BCCBAA71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C4DD5A-0F3D-E79D-11FE-DEE8069D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E50757-DDF4-9119-715B-138AF38D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718CD-226E-1F41-889C-22A9A6406A34}" type="datetimeFigureOut">
              <a:rPr kumimoji="1" lang="zh-TW" altLang="en-US" smtClean="0"/>
              <a:t>2026/10/19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8B9B09-AAFE-37AC-D008-65B7569A0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59EA5B1-4D7F-313C-0E3D-264FECB6F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D0DF7-4E07-6645-B0BE-E1586AA0E7A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056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兩行字幕0329">
    <p:bg>
      <p:bgPr>
        <a:pattFill prst="pct2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34883" y="6356352"/>
            <a:ext cx="3522235" cy="365126"/>
          </a:xfr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anchor="ctr">
            <a:noAutofit/>
          </a:bodyPr>
          <a:lstStyle>
            <a:lvl1pPr algn="ctr">
              <a:lnSpc>
                <a:spcPct val="80000"/>
              </a:lnSpc>
              <a:defRPr sz="1800" b="0" i="0" cap="none" spc="0" baseline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</a:lstStyle>
          <a:p>
            <a:r>
              <a:rPr lang="zh-TW" altLang="en-US" dirty="0"/>
              <a:t>按一下以編輯母片標題樣式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0" y="2526123"/>
            <a:ext cx="12192000" cy="1805754"/>
          </a:xfrm>
          <a:noFill/>
          <a:ln>
            <a:noFill/>
          </a:ln>
          <a:effectLst>
            <a:outerShdw blurRad="40000" dist="20000" dir="5400000" sx="1000" sy="1000" rotWithShape="0">
              <a:schemeClr val="accent2">
                <a:alpha val="38000"/>
              </a:scheme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 anchorCtr="1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>
                <a:solidFill>
                  <a:srgbClr val="002060"/>
                </a:solidFill>
                <a:effectLst>
                  <a:glow>
                    <a:schemeClr val="accent2">
                      <a:lumMod val="60000"/>
                      <a:lumOff val="40000"/>
                      <a:alpha val="56000"/>
                    </a:schemeClr>
                  </a:glow>
                </a:effectLst>
                <a:latin typeface="jf-openhuninn-2.0" panose="020B0000000000000000" pitchFamily="34" charset="-120"/>
                <a:ea typeface="jf-openhuninn-2.0" panose="020B0000000000000000" pitchFamily="34" charset="-120"/>
              </a:defRPr>
            </a:lvl1pPr>
            <a:lvl2pPr marL="457145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29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438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4pPr>
            <a:lvl5pPr marL="1828584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5pPr>
            <a:lvl6pPr marL="2285729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6pPr>
            <a:lvl7pPr marL="274287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7pPr>
            <a:lvl8pPr marL="3200022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8pPr>
            <a:lvl9pPr marL="3657167" indent="0">
              <a:buNone/>
              <a:defRPr sz="139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04EA78-8FBB-49E1-911D-E34E53E9B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9F103F-5387-0E45-B69B-78065755B5FF}" type="datetime1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11D737-4BBE-487F-986B-068FBC001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0FCC48-1D0A-414D-BCEF-C11A135E9FC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2941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BFE55D-BAD7-E91B-58F3-C19FA92F61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C894778-55C9-16F7-F62F-EB0C7DB356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4C6D4C-3C12-6CA5-68C3-9140B2BB0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7B86B-8081-7648-84B6-C6B8BFA5C7AB}" type="datetimeFigureOut">
              <a:rPr kumimoji="1" lang="zh-TW" altLang="en-US" smtClean="0"/>
              <a:t>2026/10/19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F90198F-B293-1042-E991-31C82435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54B14A-DC8A-7CF2-28A7-35D6C1829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E0EC7-1C25-F349-B929-03C046649F7B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5198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472BA4-6F79-CB7A-060C-0BC68304C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E931FA-0DEA-5048-EC72-3B460877E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FE5FC-4D76-6A38-DDCE-FBC0E0466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32979-3DF2-4718-84B9-C74D03F294B6}" type="datetimeFigureOut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0F58CF-6829-9A36-D7D6-03971868E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48BFD2-A006-A366-3030-AF294C9BF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F3E455-FE49-4F47-8A71-F29F3A9D0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569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61" r:id="rId1"/>
    <p:sldLayoutId id="214749421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1">
            <a:extLst>
              <a:ext uri="{FF2B5EF4-FFF2-40B4-BE49-F238E27FC236}">
                <a16:creationId xmlns:a16="http://schemas.microsoft.com/office/drawing/2014/main" id="{5E4EE614-D3C2-BFD0-B391-679A64E5A3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b="19"/>
          <a:stretch/>
        </p:blipFill>
        <p:spPr>
          <a:xfrm>
            <a:off x="0" y="1282"/>
            <a:ext cx="12191980" cy="6856718"/>
          </a:xfrm>
          <a:prstGeom prst="rect">
            <a:avLst/>
          </a:prstGeom>
        </p:spPr>
      </p:pic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D50C898-8C35-C39D-8CF4-2DD535EFF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DFB413-8474-2884-A983-08D2D5C51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6C37BA-150B-7ED5-CEEC-C63EEEC11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07F6D-9F38-014A-8A4D-A9E20A82ED61}" type="datetime1">
              <a:rPr lang="zh-TW" altLang="en-US" smtClean="0"/>
              <a:t>2026/10/19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9A22B95-55D0-EB29-7761-D4341F8317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3E7469-72B2-90AF-DCA5-47AA3D7D03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BA2194-A9F2-42F9-AD5A-4133F6D7AC9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631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94157" r:id="rId1"/>
    <p:sldLayoutId id="21474941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B775CD93-9DF2-48CB-9F57-1BCA9A46C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4" y="448055"/>
            <a:ext cx="3414370" cy="3801257"/>
          </a:xfrm>
          <a:prstGeom prst="rect">
            <a:avLst/>
          </a:prstGeom>
          <a:solidFill>
            <a:srgbClr val="595959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166C6D1-23AC-49C4-BA07-238E4E9F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6343" y="4419227"/>
            <a:ext cx="3414369" cy="1979852"/>
          </a:xfrm>
          <a:prstGeom prst="rect">
            <a:avLst/>
          </a:prstGeom>
          <a:solidFill>
            <a:schemeClr val="accent1">
              <a:alpha val="95000"/>
            </a:scheme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C091803-41C2-48E0-9228-5148460C7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4603" y="448055"/>
            <a:ext cx="7688475" cy="5952745"/>
          </a:xfrm>
          <a:prstGeom prst="rect">
            <a:avLst/>
          </a:prstGeom>
          <a:solidFill>
            <a:schemeClr val="tx1">
              <a:lumMod val="50000"/>
              <a:lumOff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C0277-A6A0-53B7-BE2A-377B70178B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3770" y="1"/>
            <a:ext cx="8478230" cy="7079292"/>
          </a:xfrm>
        </p:spPr>
        <p:txBody>
          <a:bodyPr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TW" altLang="en-US" sz="9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sym typeface="DFKai-SB" panose="03000509000000000000" pitchFamily="65" charset="-120"/>
              </a:rPr>
              <a:t>讚美</a:t>
            </a:r>
            <a:endParaRPr kumimoji="0" lang="en-US" altLang="zh-TW" sz="9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sym typeface="DFKai-SB" panose="03000509000000000000" pitchFamily="65" charset="-120"/>
            </a:endParaRPr>
          </a:p>
          <a:p>
            <a:pPr marL="0" lvl="0" indent="0" algn="ctr">
              <a:buNone/>
              <a:defRPr/>
            </a:pPr>
            <a:r>
              <a:rPr lang="zh-TW" altLang="en-US" sz="6000" b="1" dirty="0">
                <a:solidFill>
                  <a:srgbClr val="0070C0"/>
                </a:solidFill>
                <a:latin typeface="DFKai-SB" panose="03000509000000000000" pitchFamily="65" charset="-120"/>
                <a:ea typeface="DFKai-SB" panose="03000509000000000000" pitchFamily="65" charset="-120"/>
                <a:sym typeface="DFKai-SB" panose="03000509000000000000" pitchFamily="65" charset="-120"/>
              </a:rPr>
              <a:t>往伯利恆之路</a:t>
            </a:r>
            <a:endParaRPr kumimoji="0" lang="en-US" altLang="zh-TW" sz="60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sym typeface="DFKai-SB" panose="03000509000000000000" pitchFamily="65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TW" altLang="en-US" sz="6000" b="1" dirty="0">
                <a:solidFill>
                  <a:srgbClr val="002060"/>
                </a:solidFill>
                <a:latin typeface="DFKai-SB" panose="03000509000000000000" pitchFamily="65" charset="-120"/>
                <a:ea typeface="DFKai-SB" panose="03000509000000000000" pitchFamily="65" charset="-120"/>
                <a:sym typeface="DFKai-SB" panose="03000509000000000000" pitchFamily="65" charset="-120"/>
              </a:rPr>
              <a:t>聖歌隊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74995D-6F3A-59B0-F719-B3B90DD04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068" y="1047074"/>
            <a:ext cx="2145978" cy="260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97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FFCF84-5F54-FD4E-C3B5-1A7F6C42B9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8ED45E3-701B-B947-8D4D-001A1385F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 dirty="0"/>
              <a:t>往伯利恆之路</a:t>
            </a:r>
          </a:p>
          <a:p>
            <a:pPr lvl="0"/>
            <a:r>
              <a:rPr lang="en-US" altLang="zh-TW" dirty="0"/>
              <a:t>(The Road to Bethlehem)</a:t>
            </a:r>
          </a:p>
        </p:txBody>
      </p:sp>
    </p:spTree>
    <p:extLst>
      <p:ext uri="{BB962C8B-B14F-4D97-AF65-F5344CB8AC3E}">
        <p14:creationId xmlns:p14="http://schemas.microsoft.com/office/powerpoint/2010/main" val="1153944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4230C6-E479-1D82-ED22-458B69A024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P2/20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B62096E-8CE6-0F5C-DC7A-70EC97F885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台語譯註：陳茂生</a:t>
            </a:r>
          </a:p>
          <a:p>
            <a:pPr lvl="0"/>
            <a:r>
              <a:rPr lang="zh-TW" altLang="en-US"/>
              <a:t>作曲：</a:t>
            </a:r>
            <a:r>
              <a:rPr lang="en-US" altLang="zh-TW"/>
              <a:t>Lloyd Larson</a:t>
            </a:r>
          </a:p>
        </p:txBody>
      </p:sp>
    </p:spTree>
    <p:extLst>
      <p:ext uri="{BB962C8B-B14F-4D97-AF65-F5344CB8AC3E}">
        <p14:creationId xmlns:p14="http://schemas.microsoft.com/office/powerpoint/2010/main" val="1132809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D6C32A-2B60-5596-ABE6-0E77745F0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P3/20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526BE8-D37C-02D2-1149-AA2624890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台北南門教會聖歌隊</a:t>
            </a:r>
          </a:p>
          <a:p>
            <a:pPr lvl="0"/>
            <a:r>
              <a:rPr lang="en-US" altLang="zh-TW"/>
              <a:t>2026-11-7</a:t>
            </a:r>
          </a:p>
        </p:txBody>
      </p:sp>
    </p:spTree>
    <p:extLst>
      <p:ext uri="{BB962C8B-B14F-4D97-AF65-F5344CB8AC3E}">
        <p14:creationId xmlns:p14="http://schemas.microsoft.com/office/powerpoint/2010/main" val="308474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559F77-218D-A104-FD20-3369F01D2A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P4/20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051686-03E4-AA8F-8A28-7E8F67F71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指揮：程筱雯</a:t>
            </a:r>
          </a:p>
          <a:p>
            <a:pPr lvl="0"/>
            <a:r>
              <a:rPr lang="zh-TW" altLang="en-US"/>
              <a:t>司琴：王怡婷</a:t>
            </a:r>
          </a:p>
        </p:txBody>
      </p:sp>
    </p:spTree>
    <p:extLst>
      <p:ext uri="{BB962C8B-B14F-4D97-AF65-F5344CB8AC3E}">
        <p14:creationId xmlns:p14="http://schemas.microsoft.com/office/powerpoint/2010/main" val="2593794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FC46BB-9E62-4B31-F00F-1D4FB86529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P5/20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7451D86-9D20-A0F1-C451-D813F55818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阮聽天使出大聲，</a:t>
            </a:r>
          </a:p>
          <a:p>
            <a:pPr lvl="0"/>
            <a:r>
              <a:rPr lang="zh-TW" altLang="en-US"/>
              <a:t>蹓過平原真好聽，</a:t>
            </a:r>
          </a:p>
        </p:txBody>
      </p:sp>
    </p:spTree>
    <p:extLst>
      <p:ext uri="{BB962C8B-B14F-4D97-AF65-F5344CB8AC3E}">
        <p14:creationId xmlns:p14="http://schemas.microsoft.com/office/powerpoint/2010/main" val="2520972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3BEAA6-751D-B083-13C8-A177EF7910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P6/20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1CA5426-2D79-0622-9C4A-B5FEC7A9B8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眾山今攏啲應講，</a:t>
            </a:r>
          </a:p>
          <a:p>
            <a:pPr lvl="0"/>
            <a:r>
              <a:rPr lang="zh-TW" altLang="en-US"/>
              <a:t>真歡喜回應尊崇。</a:t>
            </a:r>
          </a:p>
        </p:txBody>
      </p:sp>
    </p:spTree>
    <p:extLst>
      <p:ext uri="{BB962C8B-B14F-4D97-AF65-F5344CB8AC3E}">
        <p14:creationId xmlns:p14="http://schemas.microsoft.com/office/powerpoint/2010/main" val="386272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B3073B-8A53-F938-9431-1465A623D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P7/20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D6FA758-4412-4151-4854-6306E7282F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榮光，</a:t>
            </a:r>
            <a:r>
              <a:rPr lang="en-US" altLang="zh-TW"/>
              <a:t>Gloria in excelsis Deo</a:t>
            </a:r>
            <a:r>
              <a:rPr lang="zh-TW" altLang="en-US"/>
              <a:t>，</a:t>
            </a:r>
          </a:p>
          <a:p>
            <a:pPr lvl="0"/>
            <a:r>
              <a:rPr lang="zh-TW" altLang="en-US"/>
              <a:t>歸佇至高上帝。</a:t>
            </a:r>
          </a:p>
        </p:txBody>
      </p:sp>
    </p:spTree>
    <p:extLst>
      <p:ext uri="{BB962C8B-B14F-4D97-AF65-F5344CB8AC3E}">
        <p14:creationId xmlns:p14="http://schemas.microsoft.com/office/powerpoint/2010/main" val="3156334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6BB456-1C0F-CBB5-53C9-B5EE1EDC34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P8/20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9347978-30C5-0FBD-7D6C-E85C9D7376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/>
              <a:t>Gloria in excelsis Deo</a:t>
            </a:r>
            <a:r>
              <a:rPr lang="zh-TW" altLang="en-US"/>
              <a:t>，</a:t>
            </a:r>
          </a:p>
          <a:p>
            <a:pPr lvl="0"/>
            <a:r>
              <a:rPr lang="zh-TW" altLang="en-US"/>
              <a:t>榮光歸佇至高上帝。</a:t>
            </a:r>
          </a:p>
        </p:txBody>
      </p:sp>
    </p:spTree>
    <p:extLst>
      <p:ext uri="{BB962C8B-B14F-4D97-AF65-F5344CB8AC3E}">
        <p14:creationId xmlns:p14="http://schemas.microsoft.com/office/powerpoint/2010/main" val="3096149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286E9E-7731-149B-73C3-C354FA4EB8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P9/20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302713-E734-45B5-14B8-014D3B4B1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咱著來去伯利恆；</a:t>
            </a:r>
          </a:p>
          <a:p>
            <a:pPr lvl="0"/>
            <a:r>
              <a:rPr lang="en-US" altLang="zh-TW"/>
              <a:t>Christ is born in Bethlehem.</a:t>
            </a:r>
          </a:p>
        </p:txBody>
      </p:sp>
    </p:spTree>
    <p:extLst>
      <p:ext uri="{BB962C8B-B14F-4D97-AF65-F5344CB8AC3E}">
        <p14:creationId xmlns:p14="http://schemas.microsoft.com/office/powerpoint/2010/main" val="3510304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725CEE-F1D3-1AE6-F714-B97999A48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P10/20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429DAAF-473D-6C89-803F-FE5CB301A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降生伯利恆。</a:t>
            </a:r>
          </a:p>
          <a:p>
            <a:pPr lvl="0"/>
            <a:r>
              <a:rPr lang="zh-TW" altLang="en-US"/>
              <a:t>全人類之主今睏佇馬槽。</a:t>
            </a:r>
          </a:p>
        </p:txBody>
      </p:sp>
    </p:spTree>
    <p:extLst>
      <p:ext uri="{BB962C8B-B14F-4D97-AF65-F5344CB8AC3E}">
        <p14:creationId xmlns:p14="http://schemas.microsoft.com/office/powerpoint/2010/main" val="40527874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E3B667-A816-42A4-71E2-5A7462DBFA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P11/20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A98E137-0A1D-AC9A-CE9C-FE3DBD2F05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咱著來去伯利恆。</a:t>
            </a:r>
          </a:p>
          <a:p>
            <a:pPr lvl="0"/>
            <a:r>
              <a:rPr lang="zh-TW" altLang="en-US"/>
              <a:t>咱著來去伯利恆。</a:t>
            </a:r>
          </a:p>
        </p:txBody>
      </p:sp>
    </p:spTree>
    <p:extLst>
      <p:ext uri="{BB962C8B-B14F-4D97-AF65-F5344CB8AC3E}">
        <p14:creationId xmlns:p14="http://schemas.microsoft.com/office/powerpoint/2010/main" val="2676657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219800-CF12-8A15-8E0A-B4C3F33EF0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P12/20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F49C119-E850-4585-2240-0D2D109CC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咱著來去伯利恆；</a:t>
            </a:r>
          </a:p>
          <a:p>
            <a:pPr lvl="0"/>
            <a:r>
              <a:rPr lang="zh-TW" altLang="en-US"/>
              <a:t>降生伯利恆。</a:t>
            </a:r>
          </a:p>
        </p:txBody>
      </p:sp>
    </p:spTree>
    <p:extLst>
      <p:ext uri="{BB962C8B-B14F-4D97-AF65-F5344CB8AC3E}">
        <p14:creationId xmlns:p14="http://schemas.microsoft.com/office/powerpoint/2010/main" val="3334044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B89ADF-593B-9155-3EBE-5CDBA99F5E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P13/20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0560EDB-F9F3-E7DA-4EEC-3C695EAC9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「耶穌是君王！」天及地吟講。</a:t>
            </a:r>
          </a:p>
          <a:p>
            <a:pPr lvl="0"/>
            <a:r>
              <a:rPr lang="zh-TW" altLang="en-US"/>
              <a:t>咱著來去伯利恆。</a:t>
            </a:r>
          </a:p>
        </p:txBody>
      </p:sp>
    </p:spTree>
    <p:extLst>
      <p:ext uri="{BB962C8B-B14F-4D97-AF65-F5344CB8AC3E}">
        <p14:creationId xmlns:p14="http://schemas.microsoft.com/office/powerpoint/2010/main" val="452414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8C8D35-038F-F012-E8B9-C1B56B6159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P14/20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CC1322C-DDF3-13B3-3F2C-0C39DAE21A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咱著來去伯利恆。</a:t>
            </a:r>
          </a:p>
        </p:txBody>
      </p:sp>
    </p:spTree>
    <p:extLst>
      <p:ext uri="{BB962C8B-B14F-4D97-AF65-F5344CB8AC3E}">
        <p14:creationId xmlns:p14="http://schemas.microsoft.com/office/powerpoint/2010/main" val="4065499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4C4282-AC9E-0397-4F32-6E87257771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P15/20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FB258C1-CBDF-52FA-D99E-171EDBFB46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到佇伯利恆，</a:t>
            </a:r>
          </a:p>
          <a:p>
            <a:pPr lvl="0"/>
            <a:r>
              <a:rPr lang="zh-TW" altLang="en-US"/>
              <a:t>來看天使所傳所吟講；</a:t>
            </a:r>
          </a:p>
        </p:txBody>
      </p:sp>
    </p:spTree>
    <p:extLst>
      <p:ext uri="{BB962C8B-B14F-4D97-AF65-F5344CB8AC3E}">
        <p14:creationId xmlns:p14="http://schemas.microsoft.com/office/powerpoint/2010/main" val="3319050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DFBC23-D9C6-FCB8-EB1B-547D554C1D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P16/20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B75091-B1D5-E495-B753-9A3D20E49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著來跪拜閣尊崇，</a:t>
            </a:r>
          </a:p>
          <a:p>
            <a:pPr lvl="0"/>
            <a:r>
              <a:rPr lang="zh-TW" altLang="en-US"/>
              <a:t>主基督，新生君王。</a:t>
            </a:r>
          </a:p>
        </p:txBody>
      </p:sp>
    </p:spTree>
    <p:extLst>
      <p:ext uri="{BB962C8B-B14F-4D97-AF65-F5344CB8AC3E}">
        <p14:creationId xmlns:p14="http://schemas.microsoft.com/office/powerpoint/2010/main" val="38098240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DE4DCA-F4F1-6ADC-AA96-EA1D33CF3E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P17/20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43FADA1-7EA6-3A92-4F1E-E4079EC0B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大榮光，</a:t>
            </a:r>
          </a:p>
          <a:p>
            <a:pPr lvl="0"/>
            <a:r>
              <a:rPr lang="en-US" altLang="zh-TW"/>
              <a:t>Gloria in excelsis Deo</a:t>
            </a:r>
            <a:r>
              <a:rPr lang="zh-TW" altLang="en-US"/>
              <a:t>，</a:t>
            </a:r>
          </a:p>
        </p:txBody>
      </p:sp>
    </p:spTree>
    <p:extLst>
      <p:ext uri="{BB962C8B-B14F-4D97-AF65-F5344CB8AC3E}">
        <p14:creationId xmlns:p14="http://schemas.microsoft.com/office/powerpoint/2010/main" val="2263609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0EFB0-4383-ED4F-712C-34591D63CF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P18/20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C11BBE-65C9-BE98-1473-FCDB33E012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歸佇至高上帝，</a:t>
            </a:r>
          </a:p>
          <a:p>
            <a:pPr lvl="0"/>
            <a:r>
              <a:rPr lang="zh-TW" altLang="en-US"/>
              <a:t>大榮光，</a:t>
            </a:r>
          </a:p>
        </p:txBody>
      </p:sp>
    </p:spTree>
    <p:extLst>
      <p:ext uri="{BB962C8B-B14F-4D97-AF65-F5344CB8AC3E}">
        <p14:creationId xmlns:p14="http://schemas.microsoft.com/office/powerpoint/2010/main" val="37462559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F5AB4-9A89-556F-7CF8-29AC8B7F4E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P19/20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C830CA2-D54C-DE5C-A084-95D464501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altLang="zh-TW"/>
              <a:t>Gloria in excelsis Deo</a:t>
            </a:r>
            <a:r>
              <a:rPr lang="zh-TW" altLang="en-US"/>
              <a:t>，</a:t>
            </a:r>
          </a:p>
          <a:p>
            <a:pPr lvl="0"/>
            <a:r>
              <a:rPr lang="zh-TW" altLang="en-US"/>
              <a:t>榮光歸佇至高上帝。</a:t>
            </a:r>
          </a:p>
        </p:txBody>
      </p:sp>
    </p:spTree>
    <p:extLst>
      <p:ext uri="{BB962C8B-B14F-4D97-AF65-F5344CB8AC3E}">
        <p14:creationId xmlns:p14="http://schemas.microsoft.com/office/powerpoint/2010/main" val="33281546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AC8C9A-566A-ED3C-6987-955A5EACD7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/>
              <a:t>P20/20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B255878-2352-4C99-FDC6-16AF62CDCF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TW" altLang="en-US"/>
              <a:t>基督降生伯利恆！</a:t>
            </a:r>
          </a:p>
        </p:txBody>
      </p:sp>
    </p:spTree>
    <p:extLst>
      <p:ext uri="{BB962C8B-B14F-4D97-AF65-F5344CB8AC3E}">
        <p14:creationId xmlns:p14="http://schemas.microsoft.com/office/powerpoint/2010/main" val="21499755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0.JK Sel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25108</TotalTime>
  <Words>230</Words>
  <Application>Microsoft Macintosh PowerPoint</Application>
  <PresentationFormat>寬螢幕</PresentationFormat>
  <Paragraphs>61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21</vt:i4>
      </vt:variant>
    </vt:vector>
  </HeadingPairs>
  <TitlesOfParts>
    <vt:vector size="28" baseType="lpstr">
      <vt:lpstr>DFKai-SB</vt:lpstr>
      <vt:lpstr>jf-openhuninn-2.0</vt:lpstr>
      <vt:lpstr>Arial</vt:lpstr>
      <vt:lpstr>Calibri</vt:lpstr>
      <vt:lpstr>Calibri Light</vt:lpstr>
      <vt:lpstr>2_Office Theme</vt:lpstr>
      <vt:lpstr>0.JK Sel</vt:lpstr>
      <vt:lpstr>PowerPoint 簡報</vt:lpstr>
      <vt:lpstr>P1/20</vt:lpstr>
      <vt:lpstr>P2/20</vt:lpstr>
      <vt:lpstr>P3/20</vt:lpstr>
      <vt:lpstr>P4/20</vt:lpstr>
      <vt:lpstr>P5/20</vt:lpstr>
      <vt:lpstr>P6/20</vt:lpstr>
      <vt:lpstr>P7/20</vt:lpstr>
      <vt:lpstr>P8/20</vt:lpstr>
      <vt:lpstr>P9/20</vt:lpstr>
      <vt:lpstr>P10/20</vt:lpstr>
      <vt:lpstr>P11/20</vt:lpstr>
      <vt:lpstr>P12/20</vt:lpstr>
      <vt:lpstr>P13/20</vt:lpstr>
      <vt:lpstr>P14/20</vt:lpstr>
      <vt:lpstr>P15/20</vt:lpstr>
      <vt:lpstr>P16/20</vt:lpstr>
      <vt:lpstr>P17/20</vt:lpstr>
      <vt:lpstr>P18/20</vt:lpstr>
      <vt:lpstr>P19/20</vt:lpstr>
      <vt:lpstr>P20/20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主日台語禮拜 2 / 12/ 2023</dc:title>
  <dc:creator>Billy Chang</dc:creator>
  <cp:lastModifiedBy>任寬 戴</cp:lastModifiedBy>
  <cp:revision>1147</cp:revision>
  <dcterms:created xsi:type="dcterms:W3CDTF">2023-01-23T17:13:12Z</dcterms:created>
  <dcterms:modified xsi:type="dcterms:W3CDTF">2026-10-19T09:41:23Z</dcterms:modified>
</cp:coreProperties>
</file>